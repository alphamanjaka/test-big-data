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1480"/>
            <a:ext cx="2616797" cy="64008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877" y="411480"/>
            <a:ext cx="1674627" cy="64008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1785" y="411480"/>
            <a:ext cx="4085617" cy="6400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0" y="365760"/>
            <a:ext cx="685799" cy="731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01168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4400" i="1">
                <a:solidFill>
                  <a:srgbClr val="106D8E"/>
                </a:solidFill>
                <a:latin typeface="Calibri"/>
              </a:rPr>
              <a:t>Plateforme Big Data de gestion et de gouvernance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4400" i="1">
                <a:solidFill>
                  <a:srgbClr val="106D8E"/>
                </a:solidFill>
                <a:latin typeface="Calibri"/>
              </a:rPr>
              <a:t>des données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280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200" i="0">
                <a:solidFill>
                  <a:srgbClr val="0B2E4F"/>
                </a:solidFill>
                <a:latin typeface="Calibri"/>
              </a:rPr>
              <a:t>Nettoyage · Déduplication explicable · Contrôle d'accès par consentement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000" i="1">
                <a:solidFill>
                  <a:srgbClr val="20303C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000" i="0">
                <a:solidFill>
                  <a:srgbClr val="20303C"/>
                </a:solidFill>
                <a:latin typeface="Calibri"/>
              </a:rPr>
              <a:t>Présenté par : </a:t>
            </a:r>
            <a:r>
              <a:rPr b="1" sz="2000" i="0">
                <a:solidFill>
                  <a:srgbClr val="20303C"/>
                </a:solidFill>
                <a:latin typeface="Calibri"/>
              </a:rPr>
              <a:t>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0080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Encadrant professionnel : M. Harena Ny Aina Rabemanoela  ·  Encadrant pédagogique : M. RABENANAHARY Rojo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Madagascar Medical Technology (MMT) — Master MBDS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Présentation de l'entreprise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Ingénierie biomédicale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Madagascar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828800"/>
            <a:ext cx="201168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2009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3246120"/>
            <a:ext cx="4023360" cy="822960"/>
          </a:xfrm>
          <a:prstGeom prst="roundRect">
            <a:avLst>
              <a:gd name="adj" fmla="val 20000"/>
            </a:avLst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Madagascar Medical Technology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7863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Domaines d'activité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7680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Distribution et maintenance de matériels biomédicaux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Fourniture de consommables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Gestion de stock des établissements partenaires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Business Partner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Siemens Healthineers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(branche sud-africaine)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83080"/>
            <a:ext cx="480060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287" y="1965960"/>
            <a:ext cx="2486025" cy="26517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144000" y="5029200"/>
            <a:ext cx="4800600" cy="2148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24865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Département R&amp;D (depuis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5806440"/>
            <a:ext cx="43891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Systèmes d'information médicale, infrastructures et réseaux informatiques.</a:t>
            </a:r>
          </a:p>
          <a:p>
            <a:pPr algn="l">
              <a:spcAft>
                <a:spcPts val="400"/>
              </a:spcAft>
            </a:pPr>
            <a:r>
              <a:rPr b="1" sz="1500" i="0">
                <a:solidFill>
                  <a:srgbClr val="20303C"/>
                </a:solidFill>
                <a:latin typeface="Calibri"/>
              </a:rPr>
              <a:t>Lieu du stage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du 6 juillet à fin octobre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Un même patient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2000" i="0">
                <a:solidFill>
                  <a:srgbClr val="0B2E4F"/>
                </a:solidFill>
                <a:latin typeface="Calibri"/>
              </a:rPr>
              <a:t>Comment savoir qu'il s'agit du même patient — et qui a le droit de lire ses données, pour quelle finalité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4434840"/>
            <a:ext cx="10424160" cy="173736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Pharmacie     →  Jean Rakoto   ·  CIN 101 02404 5  ·  1990-01-10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Consultation  →  Rakoto Jean   ·  101024045        ·  10/01/1990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Imagerie      →  J. RAKOTO     ·  101024045        ·  1990/01/10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6400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1">
                <a:solidFill>
                  <a:srgbClr val="5A6B79"/>
                </a:solidFill>
                <a:latin typeface="Calibri"/>
              </a:rPr>
              <a:t>Trois fiches, trois formats… </a:t>
            </a:r>
            <a:r>
              <a:rPr b="1" sz="1600" i="1">
                <a:solidFill>
                  <a:srgbClr val="5A6B79"/>
                </a:solidFill>
                <a:latin typeface="Calibri"/>
              </a:rPr>
              <a:t>une seule personne</a:t>
            </a:r>
            <a:r>
              <a:rPr b="0" sz="1600" i="1">
                <a:solidFill>
                  <a:srgbClr val="5A6B79"/>
                </a:solidFill>
                <a:latin typeface="Calibri"/>
              </a:rPr>
              <a:t> (cas de référence du projet).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Contexte et problématique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Dispersion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Chaque service tient son propre registre, sans identifiant commun.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025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Hétérogénéité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60320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Genre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H/F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male/female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Homme/femme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; dates et CIN aux formats divergents.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51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Processus manuel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59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Recoupements lents, erreurs humaines, aucune trace des décisions.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60" y="4151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Absence de gouvernance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709159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Ni rôles, ni consentement par finalité, ni audit d'accès.</a:t>
            </a:r>
          </a:p>
        </p:txBody>
      </p:sp>
      <p:pic>
        <p:nvPicPr>
          <p:cNvPr id="23" name="Picture 22" descr="fi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79" y="1974382"/>
            <a:ext cx="6446520" cy="373219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6263640"/>
            <a:ext cx="13258800" cy="100584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Problématique</a:t>
            </a:r>
            <a:r>
              <a:rPr b="0" sz="1600" i="0">
                <a:solidFill>
                  <a:srgbClr val="FFFFFF"/>
                </a:solidFill>
                <a:latin typeface="Calibri"/>
              </a:rPr>
              <a:t> : intégrer, nettoyer, dédupliquer et centraliser ces données, en gardant la traçabilité des identités et en gouvernant l'accès par le consentement du patient.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Objectifs du projet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Centraliser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Data Lake Medallion : zones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RAW → SILVER → GOLD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sur HDFS / Hive / Spark.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024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231136"/>
            <a:ext cx="2148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Normaliser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Modèle canonique </a:t>
            </a:r>
            <a:r>
              <a:rPr b="0" sz="1564" i="0">
                <a:solidFill>
                  <a:srgbClr val="20303C"/>
                </a:solidFill>
                <a:latin typeface="Consolas"/>
              </a:rPr>
              <a:t>CanonicalPatient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pivot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FHIR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(genre, dates, CIN).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5352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Master patient + identity map : chaque fusion justifiée par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score et méthode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564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3680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0" y="2231136"/>
            <a:ext cx="2148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Rôles,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consentement par finalité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, audit de chaque accès, clés API hachées.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303520"/>
            <a:ext cx="13258800" cy="8686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0B2E4F"/>
                </a:solidFill>
                <a:latin typeface="Calibri"/>
              </a:rPr>
              <a:t>Données 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exclusivement synthétiques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 — aucune donnée réelle de patient n'est manipulée.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Plan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1828800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847088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État de l'art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6771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notions, critères, solutions du domaine</a:t>
            </a:r>
          </a:p>
        </p:txBody>
      </p:sp>
      <p:sp>
        <p:nvSpPr>
          <p:cNvPr id="14" name="Oval 13"/>
          <p:cNvSpPr/>
          <p:nvPr/>
        </p:nvSpPr>
        <p:spPr>
          <a:xfrm>
            <a:off x="3840480" y="2907791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926079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Étude de l'existant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346703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les systèmes de MMT : points forts, limites</a:t>
            </a:r>
          </a:p>
        </p:txBody>
      </p:sp>
      <p:sp>
        <p:nvSpPr>
          <p:cNvPr id="17" name="Oval 16"/>
          <p:cNvSpPr/>
          <p:nvPr/>
        </p:nvSpPr>
        <p:spPr>
          <a:xfrm>
            <a:off x="3840480" y="3986783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005071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Solution proposée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425696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architecture Medallion + moteur de déduplication + gouvernance</a:t>
            </a:r>
          </a:p>
        </p:txBody>
      </p:sp>
      <p:sp>
        <p:nvSpPr>
          <p:cNvPr id="20" name="Oval 19"/>
          <p:cNvSpPr/>
          <p:nvPr/>
        </p:nvSpPr>
        <p:spPr>
          <a:xfrm>
            <a:off x="3840480" y="5065776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84064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Fonctionnalités principales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cas d'utilisation et résultats mesurés</a:t>
            </a:r>
          </a:p>
        </p:txBody>
      </p:sp>
      <p:sp>
        <p:nvSpPr>
          <p:cNvPr id="23" name="Oval 22"/>
          <p:cNvSpPr/>
          <p:nvPr/>
        </p:nvSpPr>
        <p:spPr>
          <a:xfrm>
            <a:off x="3840480" y="6144768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6163055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Démonstration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6583679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tests, évaluation ground-truth, pipeline de bout en 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Six solutions du domaine, étudiées sur documentation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2194560"/>
          <a:ext cx="132588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4114800"/>
                <a:gridCol w="3840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Famille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Limites ici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InterSystems EMPI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MPI santé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identité déterministe + probabiliste, PIX/PDQ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propriétaire, référentiel externe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Talend MDM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MDM / ETL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match &amp; survivorship, golden record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suite lourde, pas de FHIR natif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Azure Health Data Services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Cloud santé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FHIR managé, dé-identification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cloud : contraire à l'hébergement interne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serveur FHIR de référence, </a:t>
                      </a:r>
                      <a:r>
                        <a:rPr b="0" sz="1288" i="0">
                          <a:solidFill>
                            <a:srgbClr val="20303C"/>
                          </a:solidFill>
                          <a:latin typeface="Consolas"/>
                        </a:rPr>
                        <a:t>$match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ni rapprochement, ni gouvernance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Fellegi–Sunter à l'échelle (EM, Spark)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poids EM peu lisibles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Apache Atlas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catalogue, lineage, classification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métadonnées, pas de contrôle d'accès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" y="6629400"/>
            <a:ext cx="1325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1">
                <a:solidFill>
                  <a:srgbClr val="5A6B79"/>
                </a:solidFill>
                <a:latin typeface="Calibri"/>
              </a:rPr>
              <a:t>Capacités </a:t>
            </a:r>
            <a:r>
              <a:rPr b="1" sz="1400" i="1">
                <a:solidFill>
                  <a:srgbClr val="5A6B79"/>
                </a:solidFill>
                <a:latin typeface="Calibri"/>
              </a:rPr>
              <a:t>annoncées</a:t>
            </a:r>
            <a:r>
              <a:rPr b="0" sz="1400" i="1">
                <a:solidFill>
                  <a:srgbClr val="5A6B79"/>
                </a:solidFill>
                <a:latin typeface="Calibri"/>
              </a:rPr>
              <a:t> par la documentation : aucun produit n'a été installé ni mesuré.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Critères de comparaison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2148840"/>
          <a:ext cx="13258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EMPI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Talend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HAPI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Projet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Déduplication explicable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Interopérabilité FHIR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Gouvernance rôle + consentement + audit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Montée en charge Big Data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Hébergement interne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Faisabilité VM 8 Go / Python 3.8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5800" y="626364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Aucun produit ne coche les six cases</a:t>
            </a:r>
            <a:r>
              <a:rPr b="0" sz="1700" i="0">
                <a:solidFill>
                  <a:srgbClr val="FFFFFF"/>
                </a:solidFill>
                <a:latin typeface="Calibri"/>
              </a:rPr>
              <a:t> dans les contraintes du stage → une chaîne sur mesure, adossée aux standards.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Trois briques retenues, chacune introduite par un besoin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Apache Spark · HDFS · Hive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Stockage et traitement répartis ; Data Lake Medallion RAW → SILVER → GOLD. Il vient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après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le besoin.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6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6752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Entity Resolution · RapidFuzz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Fellegi–Sunter : passe exacte puis probabiliste, score pondéré lisible, seuil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0,80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808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FHIR · FastAPI · 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Pivot d'échange standard ; API qui applique rôle, finalité et consentement ; base de référence.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9496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Choix technologique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: RapidFuzz plutôt qu'un NLP lourd (crash sous Python 3.8), score explicable plutôt qu'EM, et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parité Pandas = Spark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vérifiée.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Les systèmes d'information en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MAVIS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Odoo + module de gestion hospitalière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PostgreSQL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distant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(tunnel SSH)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1 260 tables détectées,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11 retenues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réplique locale : 73 090 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MMT_DB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GNU Health (dossier médical)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PostgreSQL local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9 tables,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60 271 lignes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3 tables extraites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CLINIQUE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Base SQLite d'une clinique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patients, visites, diagnostics, observations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1" sz="1600" i="0">
                <a:solidFill>
                  <a:srgbClr val="20303C"/>
                </a:solidFill>
                <a:latin typeface="Calibri"/>
              </a:rPr>
              <a:t>54 582 lignes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déjà alignée sur FHIR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0" y="2414015"/>
            <a:ext cx="2743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Sources de démonstration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pharmacy · consultation · imaging (CSV)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générateur synthétique, graine 42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1" sz="1600" i="0">
                <a:solidFill>
                  <a:srgbClr val="20303C"/>
                </a:solidFill>
                <a:latin typeface="Calibri"/>
              </a:rPr>
              <a:t>76 / 76 / 62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au run de référence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5216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0">
                <a:solidFill>
                  <a:srgbClr val="5A6B79"/>
                </a:solidFill>
                <a:latin typeface="Calibri"/>
              </a:rPr>
              <a:t>Chaque logiciel est </a:t>
            </a:r>
            <a:r>
              <a:rPr b="1" sz="1600" i="0">
                <a:solidFill>
                  <a:srgbClr val="5A6B79"/>
                </a:solidFill>
                <a:latin typeface="Calibri"/>
              </a:rPr>
              <a:t>complet dans son périmètre</a:t>
            </a:r>
            <a:r>
              <a:rPr b="0" sz="1600" i="0">
                <a:solidFill>
                  <a:srgbClr val="5A6B79"/>
                </a:solidFill>
                <a:latin typeface="Calibri"/>
              </a:rPr>
              <a:t> — aucun n'est conçu pour être le référentiel d'identité de l'établissement.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Points forts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9 791 / 9 791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jointure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hms_patient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↔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res_partner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vérifiée ligne à ligne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violation de clé étrangère dans CLINIQUE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clés étrangères GNU Health découvertes automatiquement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0B2E4F"/>
                </a:solidFill>
                <a:latin typeface="Calibri"/>
              </a:rPr>
              <a:t>Chaque base est 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intègre avec elle-même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 : le défi n'est pas la qualité d'une base, c'est l'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absence de pont entre elles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Limitations identifiées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identifiant patient transversal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Aucune normalisation commune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rapprochement d'identité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Aucune gouvernance des accès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espace de rejeu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Recoupements entièrement manuels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72200"/>
            <a:ext cx="1325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1">
                <a:solidFill>
                  <a:srgbClr val="5A6B79"/>
                </a:solidFill>
                <a:latin typeface="Calibri"/>
              </a:rPr>
              <a:t>Mesure du problème : le PoC d'origine comptait </a:t>
            </a:r>
            <a:r>
              <a:rPr b="1" sz="1600" i="1">
                <a:solidFill>
                  <a:srgbClr val="5A6B79"/>
                </a:solidFill>
                <a:latin typeface="Calibri"/>
              </a:rPr>
              <a:t>24 872 marqueurs de doublon</a:t>
            </a:r>
            <a:r>
              <a:rPr b="0" sz="1600" i="1">
                <a:solidFill>
                  <a:srgbClr val="5A6B79"/>
                </a:solidFill>
                <a:latin typeface="Calibri"/>
              </a:rPr>
              <a:t> sans référentiel patient ni fusion justifiée.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Solution proposée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Architecture du système — trois niveaux, une logique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67712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19456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HDFS · Hive ·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57860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Data Lake Medallion RAW → SILVER → GOLD (VM 8 Go)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2004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12724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Moteur </a:t>
            </a:r>
            <a:r>
              <a:rPr b="1" sz="1656" i="0">
                <a:solidFill>
                  <a:srgbClr val="0B2E4F"/>
                </a:solidFill>
                <a:latin typeface="Consolas"/>
              </a:rPr>
              <a:t>engine/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1129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déduplication Pandas + Spark, parité stricte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133087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9935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PostgreSQL central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43983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masters, identity map, consentements, audit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065776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992624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API FastAPI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76672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rôle + finalité + consentement, refus 403 journalisé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998464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92531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Flask · Next.js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630936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indicateurs et interface de pilotage (optionnelle)</a:t>
            </a:r>
          </a:p>
        </p:txBody>
      </p:sp>
      <p:pic>
        <p:nvPicPr>
          <p:cNvPr id="27" name="Picture 26" descr="fig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125424"/>
            <a:ext cx="7269480" cy="49845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Fonctionnalités principales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Centralisation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Les sources arrivent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telles quelles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dans RAW (parquet HDFS, tables Hive).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00253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Normalisation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Un champ → un format : genre </a:t>
            </a:r>
            <a:r>
              <a:rPr b="0" sz="1564" i="0">
                <a:solidFill>
                  <a:srgbClr val="20303C"/>
                </a:solidFill>
                <a:latin typeface="Consolas"/>
              </a:rPr>
              <a:t>M/F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, dates ISO, CIN ; aucune valeur devinée.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002536"/>
            <a:ext cx="3886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Déduplication explicable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64" i="0">
                <a:solidFill>
                  <a:srgbClr val="20303C"/>
                </a:solidFill>
                <a:latin typeface="Consolas"/>
              </a:rPr>
              <a:t>master_patient_id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méthode + score + explication.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43484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6542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Consentement par finalité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5212079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Finalité obligatoire ; non consentie →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403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motif en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443484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46542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Pilotage du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5212079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Reprise après échec, ingestion incrémentale, planification cron.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Quatre étapes, huit cas d'utilisation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Intégrer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CU1 ingérer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CU2 normaliser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84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57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CU3 décider qui est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le même patient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13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43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CU4 consentement en GOLD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CU5 interroger l'API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442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72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115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Exploiter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CU6 vues · CU7 planifier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CU8 dossier patient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206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600" i="0">
                <a:solidFill>
                  <a:srgbClr val="0B2E4F"/>
                </a:solidFill>
                <a:latin typeface="Calibri"/>
              </a:rPr>
              <a:t>Cas limite : un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refus de consentement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n'est jamais silencieux — il renvoie un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403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et reste consultable dans le journal d'audit.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6364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1">
                <a:solidFill>
                  <a:srgbClr val="5A6B79"/>
                </a:solidFill>
                <a:latin typeface="Calibri"/>
              </a:rPr>
              <a:t>Évaluation transverse : générateur synthétique + vérité terrain jamais fournie à l'algorithme.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Résultats mesurés au run de référence (07/09/2026)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214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lignes SILVER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76 + 76 + 62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patients maîtres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doublons liés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214 − 69 = 145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32,24 %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taux de doublons</a:t>
            </a:r>
          </a:p>
          <a:p>
            <a:pPr algn="ctr">
              <a:spcAft>
                <a:spcPts val="200"/>
              </a:spcAft>
            </a:pPr>
            <a:r>
              <a:rPr b="0" sz="1380" i="0">
                <a:solidFill>
                  <a:srgbClr val="20303C"/>
                </a:solidFill>
                <a:latin typeface="Consolas"/>
              </a:rPr>
              <a:t>mocked: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Pipeline RAW → SILVER → GOLD :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Tests :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102/102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API d'indicateurs :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3/3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00800"/>
            <a:ext cx="1325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400" i="1">
                <a:solidFill>
                  <a:srgbClr val="5A6B79"/>
                </a:solidFill>
                <a:latin typeface="Calibri"/>
              </a:rPr>
              <a:t>Sources CSV synthétiques ; GOLD certifie l'identité, pas encore les événements de soin (</a:t>
            </a:r>
            <a:r>
              <a:rPr b="0" sz="1288" i="1">
                <a:solidFill>
                  <a:srgbClr val="5A6B79"/>
                </a:solidFill>
                <a:latin typeface="Consolas"/>
              </a:rPr>
              <a:t>patient_events_gold</a:t>
            </a:r>
            <a:r>
              <a:rPr b="0" sz="1400" i="1">
                <a:solidFill>
                  <a:srgbClr val="5A6B79"/>
                </a:solidFill>
                <a:latin typeface="Calibri"/>
              </a:rPr>
              <a:t> vide).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Avant / après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200" i="0">
                <a:solidFill>
                  <a:srgbClr val="C0392B"/>
                </a:solidFill>
                <a:latin typeface="Calibri"/>
              </a:rPr>
              <a:t>Avant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Recoupement manuel entre services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Erreurs humaines, décisions sans trace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Accès sans finalité ni audit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3200400"/>
            <a:ext cx="1463040" cy="640080"/>
          </a:xfrm>
          <a:prstGeom prst="rightArrow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7532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200" i="0">
                <a:solidFill>
                  <a:srgbClr val="2E8B57"/>
                </a:solidFill>
                <a:latin typeface="Calibri"/>
              </a:rPr>
              <a:t>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97180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Pipeline automatisé de bout en bout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Chaque fusion expliquée (score, méthode)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Chaque accès contrôlé et audité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précision · 0 faux positif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easy · medium · hard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0,422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rappel sur le jeu « hard »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(0,287 avant la clé CIN)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TP = 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décisions identiques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Pandas = Spark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Démonstration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Vidéo enregistrée (3 min 30) — aucun point de défaillance le jour J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28800" y="237744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321040"/>
                <a:gridCol w="13716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Contenu filmé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Durée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72" i="0">
                          <a:solidFill>
                            <a:srgbClr val="20303C"/>
                          </a:solidFill>
                          <a:latin typeface="Consolas"/>
                        </a:rPr>
                        <a:t>pytest projet/code-source/tests</a:t>
                      </a:r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 — moteur, gouvernance, planification </a:t>
                      </a:r>
                      <a:r>
                        <a:rPr b="1" sz="1600" i="0">
                          <a:solidFill>
                            <a:srgbClr val="20303C"/>
                          </a:solidFill>
                          <a:latin typeface="Calibri"/>
                        </a:rPr>
                        <a:t>102/102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Évaluation « hard » : précision / rappel / F1 (précision 1,000)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72" i="0">
                          <a:solidFill>
                            <a:srgbClr val="20303C"/>
                          </a:solidFill>
                          <a:latin typeface="Consolas"/>
                        </a:rPr>
                        <a:t>run_pipeline.sh</a:t>
                      </a:r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 de bout en bout : RAW → SILVER → GOLD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Repli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Compteurs figés : 214 · 145 · 69 · 32,24 %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2880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1">
                <a:solidFill>
                  <a:srgbClr val="5A6B79"/>
                </a:solidFill>
                <a:latin typeface="Calibri"/>
              </a:rPr>
              <a:t>Données synthétiques, graine fixe : la démonstration est rejouable à l'identique.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Perspectives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Enrichir le mapping FHIR → </a:t>
            </a:r>
            <a:r>
              <a:rPr b="1" sz="1564" i="0">
                <a:solidFill>
                  <a:srgbClr val="0B2E4F"/>
                </a:solidFill>
                <a:latin typeface="Consolas"/>
              </a:rPr>
              <a:t>patient_events_gold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Peupler le consentement en base centrale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Calibrer seuil et poids sur la vérité terrain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Générateur de « faux jumeaux » (cas adversarial)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Tests déployés et intégration continue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Passage à l'échelle sur les volumes réels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98932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600" i="0">
                <a:solidFill>
                  <a:srgbClr val="0B2E4F"/>
                </a:solidFill>
                <a:latin typeface="Calibri"/>
              </a:rPr>
              <a:t>Et avant toute mise en production : vérifier le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droit malgache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des données de santé.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Conclusion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Centraliser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un patient dispersé entre 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Normaliser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vers un modèle canonique + pivot FHIR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Dédupliquer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sans jamais fusionner à tort (précision 1,000)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Gouverner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par consentement : finalité, refus 403, audit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46320"/>
            <a:ext cx="13258800" cy="118872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FFFFFF"/>
                </a:solidFill>
                <a:latin typeface="Calibri"/>
              </a:rPr>
              <a:t>Une démarche progressive — </a:t>
            </a:r>
            <a:r>
              <a:rPr b="1" sz="1800" i="0">
                <a:solidFill>
                  <a:srgbClr val="FFFFFF"/>
                </a:solidFill>
                <a:latin typeface="Calibri"/>
              </a:rPr>
              <a:t>MVP → Spark → Big Data</a:t>
            </a:r>
            <a:r>
              <a:rPr b="0" sz="1800" i="0">
                <a:solidFill>
                  <a:srgbClr val="FFFFFF"/>
                </a:solidFill>
                <a:latin typeface="Calibri"/>
              </a:rPr>
              <a:t> — où chaque technologie répond à un besoin, et chaque résultat se vérifie dans le dépôt.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291840"/>
            <a:ext cx="1463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5400" i="0">
                <a:solidFill>
                  <a:srgbClr val="106D8E"/>
                </a:solidFill>
                <a:latin typeface="Calibri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343400"/>
            <a:ext cx="1463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200" i="1">
                <a:solidFill>
                  <a:srgbClr val="5A6B79"/>
                </a:solidFill>
                <a:latin typeface="Calibri"/>
              </a:rPr>
              <a:t>Vos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